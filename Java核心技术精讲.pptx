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核心技术精讲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从入门到进阶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320040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讲师：Claw  |  2026年5月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Java 概述与发展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环境搭建与开发工具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基础语法速览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面向对象核心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异常处理机制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6. 集合框架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7. 泛型与枚举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8. 多线程与并发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9. 输入输出（IO/NIO）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10. JDBC 数据库编程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11. 新特性一览（Java 8~17）</a:t>
            </a:r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12. 总结与学习资源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概述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诞生于 1995 年，由 Sun Microsystems 开发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三大平台：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Java SE（标准版）—— 桌面/基础应用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Java EE（企业版）—— Web/企业应用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Java ME（微型版）—— 嵌入式/移动设备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"一次编写，到处运行" —— JVM 字节码机制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主要应用领域：Web后端、大数据、Android、嵌入式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语言特性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 —— 封装、继承、多态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健壮性 —— 强类型、异常处理、自动内存管理（GC）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 —— JVM 屏蔽操作系统差异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多线程 —— 内置多线程支持，丰富的并发工具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 —— 类加载机制、字节码校验、安全沙箱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环境搭建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JDK（开发工具包）⊃ JRE（运行环境）⊃ JVM（虚拟机）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 JDK 17 LTS —— 下载自 Oracle / Adoptium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配置环境变量：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JAVA_HOME = C:\Program Files\Java\jdk-17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Path 中添加 %JAVA_HOME%\bin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验证安装：java -version / javac -version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 IDE：IntelliJ IDEA、Eclipse、VS 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 Java 程序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>
              <a:gd name="adj" fmla="val 6667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HelloWorld {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System.out.println("Hello, Java!");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基础语法速览（1）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标识符规则：字母、数字、_、$，不能数字开头，驼峰命名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变量与常量：final 关键字定义常量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基本数据类型（8种）：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整型：byte, short, int, long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浮点：float, double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字符：char  |  布尔：boolean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引用数据类型：类、接口、数组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基础语法速览（2）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运算符：算术、关系、逻辑、位、赋值、三元（?:）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条件控制：if-else、switch（支持 String / 表达式）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循环控制：for、while、do-while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跳转语句：break、continue、return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 —— 类与对象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类的定义：成员变量 + 方法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对象的创建：new 关键字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构造方法：默认构造、有参构造、构造重载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关键字：指代当前对象，区分同名变量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 —— 封装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访问修饰符：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private（本类） &lt; default（同包） &lt; protected（子类） &lt; public（任意）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getter / setter 暴露属性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好处：信息隐藏、数据校验、提高可维护性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 —— 继承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继承语法：class A extends B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方法重写（@Override）：子类重新定义父类方法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关键字：调用父类构造器 / 父类方法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单继承：一个子类只能有一个直接父类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优点：代码复用；缺点：继承层次过深增加复杂性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 —— 多态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多态三要素：继承 + 重写 + 父类引用指向子类对象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向上转型：父类引用自动指向子类对象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向下转型：需使用 instanceof 判断避免 ClassCastException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好处：提高可扩展性、降低耦合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抽象类与接口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抽象类（abstract class）：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不能实例化，可包含抽象方法和具体方法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接口（interface）：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方法默认 public abstract（Java 8+ 支持 default / static 方法）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多实现（implements） vs 单继承（extends）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选择：描述"是什么"用抽象类，"能做什么"用接口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异常处理机制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异常体系：Throwable → Exception（检查型/非检查型） &amp; Error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try-catch-finally：捕获并处理异常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throws：声明方法可能抛出的异常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throw：手动抛出异常对象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自定义异常：继承 Exception（检查型）或 RuntimeException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集合框架总览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接口体系：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List（ArrayList, LinkedList, Vector）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Set（HashSet, TreeSet, LinkedHashSet）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 Queue（PriorityQueue, ArrayDeque）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Map（HashMap, TreeMap, LinkedHashMap, Hashtable）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迭代器 Iterator 和 for-each 遍历方式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常用集合对比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01168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接口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实现类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是否有序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底层结构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动态数组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双向链表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哈希表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是（红黑树）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红黑树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哈希表+红黑树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为什么需要泛型：编译时类型安全，消除强制转换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泛型类/接口：class Box&lt;T&gt; {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泛型方法：public &lt;T&gt; void show(T t)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通配符：? extends T（上界） / ? super T（下界）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类型擦除：泛型信息在运行时被擦除为原始类型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枚举（Enum）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定义：enum Color { RED, GREEN, BLUE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枚举可以有字段、构造方法、方法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常用方法：values()、ordinal()、valueOf()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枚举在 switch 中的使用（更安全）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多线程基础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 vs 线程：进程是资源分配单元，线程是 CPU 调度单元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创建线程的两种方式：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① 继承 Thread 类，重写 run()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② 实现 Runnable 接口（推荐，更灵活）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常用方法：start()、run()、sleep()、join()、yield()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线程同步与锁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线程安全问题：多线程同时读写共享数据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关键字：同步方法 / 同步代码块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接口：ReentrantLock 可重入锁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死锁：多个线程互相等待对方释放锁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避免：固定加锁顺序、使用 tryLock 超时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等待与通知机制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类：wait()、notify()、notifyAll()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必须在 synchronized 块中调用（否则抛出 IllegalMonitorStateException）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经典场景：生产者-消费者模型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wait() 释放锁，notify() 唤醒等待线程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并发工具（JUC）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原子类：AtomicInteger、AtomicLong（CAS 无锁实现）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线程池：ExecutorService、Executors（避免手动创建线程）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并发集合：ConcurrentHashMap、CopyOnWriteArrayList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同步工具：CountDownLatch、CyclicBarrier、Semaphore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输入输出（IO）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类：文件和目录的抽象表示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字节流：InputStream / OutputStream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FileInputStream, BufferedInputStream, DataInputStream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字符流：Reader / Writer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FileReader, BufferedReader, PrintWriter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转换流：InputStreamReader / OutputStreamWriter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NIO 简介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三大核心组件：Buffer（缓冲区）、Channel（通道）、Selector（选择器）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非阻塞 I/O：一个线程可处理多个连接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IO vs NIO：面向流 vs 面向缓冲区，阻塞 vs 非阻塞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工具类：walk()、list()、readString()、writeString()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编程步骤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加载驱动：Class.forName("com.mysql.cj.jdbc.Driver")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获取连接：DriverManager.getConnection(url, user, pass)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创建 PreparedStatement（防 SQL 注入）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执行：executeQuery() / executeUpdate()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处理结果集（ResultSet）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关闭资源（try-with-resources 自动关闭）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事务管理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关闭自动提交：conn.setAutoCommit(false)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提交事务：conn.commit()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回滚事务：conn.rollback()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保存点：conn.setSavepoint() —— 部分回滚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 新特性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表达式：(param) -&gt; expression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函数式接口：@FunctionalInterface（如 Consumer, Predicate）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API：filter、map、collect、reduce、flatMap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方法引用：Class::staticMethod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容器类：优雅处理空指针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9~17 重要新特性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模块化（JPMS）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module-info.java 定义模块依赖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JShell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交互式 REPL 工具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局部变量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类型推断简化代码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标准化的 HTTP/2 客户端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简洁的数据载体类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instanceof 模式匹配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简化类型检查与转换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密封类（sealed）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限定继承范围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文本块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多行字符串字面量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常用开发工具与构建工具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版本控制：Git + GitHub / GitLab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构建工具：Maven（pom.xml） / Gradle（build.gradle）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日志框架：SLF4J + Logback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单元测试：JUnit 5（@Test, @BeforeEach, @ParameterizedTest）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内存模型（JMM）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堆（Heap）：存放对象实例，GC 主要区域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栈（Stack）：存放局部变量、方法调用帧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方法区（元空间）：类信息、静态变量、常量池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程序计数器：线程私有，指向当前执行的字节码指令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本地方法栈：支持 native 方法调用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垃圾回收（GC）简介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判断对象存活：引用计数（循环引用缺陷） vs 可达性分析（GC Roots）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回收算法：标记-清除、复制、标记-整理、分代收集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常用收集器：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Serial → Parallel → CMS → G1（默认） → ZGC（低延迟）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反射机制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 Class 对象：Class.forName() / 类名.class / 对象.getClass()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动态创建实例：clazz.getConstructor().newInstance()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访问私有成员：setAccessible(true)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优缺点：灵活性强，但性能较低，破坏封装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注解（Annotation）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内置注解：@Override、@Deprecated、@SuppressWarnings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元注解：@Target、@Retention、@Documented、@Inherited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自定义注解：@interface 定义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通过反射读取运行时注解（RetentionPolicy.RUNTIME）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最佳实践与编码规范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参考《阿里巴巴 Java 开发手册》（命名、注释、格式）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避免使用过时 API（@Deprecated 标记的类/方法）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优先使用 try-with-resources 管理资源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集合初始化指定容量，减少扩容开销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字符串拼接使用 StringBuilder 代替 +=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遵循单一职责、开闭原则等设计原则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  结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仍然是企业级开发的基石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掌握核心 API（集合、多线程、IO）是基本要求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不断跟进新版本特性（Lambda、Stream、Records）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推荐学习路径：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Java 基础 → 设计模式 → JVM 优化 → Spring 框架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互动答疑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联系方式 | GitHub | Blog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核心技术精讲</dc:title>
  <dc:subject>PptxGenJS Presentation</dc:subject>
  <dc:creator>Claw</dc:creator>
  <cp:lastModifiedBy>Claw</cp:lastModifiedBy>
  <cp:revision>1</cp:revision>
  <dcterms:created xsi:type="dcterms:W3CDTF">2026-05-16T00:52:42Z</dcterms:created>
  <dcterms:modified xsi:type="dcterms:W3CDTF">2026-05-16T00:52:42Z</dcterms:modified>
</cp:coreProperties>
</file>